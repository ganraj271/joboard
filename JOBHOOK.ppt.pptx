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7" r:id="rId10"/>
    <p:sldId id="265" r:id="rId11"/>
    <p:sldId id="266" r:id="rId12"/>
    <p:sldId id="268" r:id="rId13"/>
    <p:sldId id="274" r:id="rId14"/>
    <p:sldId id="269" r:id="rId15"/>
    <p:sldId id="270" r:id="rId16"/>
    <p:sldId id="271" r:id="rId17"/>
    <p:sldId id="272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76383-B1F1-4B51-A00F-7FF99BCB4BF9}" v="3" dt="2025-04-16T06:29:35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325" autoAdjust="0"/>
  </p:normalViewPr>
  <p:slideViewPr>
    <p:cSldViewPr snapToGrid="0">
      <p:cViewPr varScale="1">
        <p:scale>
          <a:sx n="83" d="100"/>
          <a:sy n="83" d="100"/>
        </p:scale>
        <p:origin x="6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yan Deshpande 18" userId="1b37b3baad9fbe1b" providerId="LiveId" clId="{5A476383-B1F1-4B51-A00F-7FF99BCB4BF9}"/>
    <pc:docChg chg="undo custSel addSld modSld sldOrd">
      <pc:chgData name="Aaryan Deshpande 18" userId="1b37b3baad9fbe1b" providerId="LiveId" clId="{5A476383-B1F1-4B51-A00F-7FF99BCB4BF9}" dt="2025-04-16T06:59:05.560" v="327" actId="478"/>
      <pc:docMkLst>
        <pc:docMk/>
      </pc:docMkLst>
      <pc:sldChg chg="modSp mod">
        <pc:chgData name="Aaryan Deshpande 18" userId="1b37b3baad9fbe1b" providerId="LiveId" clId="{5A476383-B1F1-4B51-A00F-7FF99BCB4BF9}" dt="2025-04-16T06:58:23.563" v="321" actId="20577"/>
        <pc:sldMkLst>
          <pc:docMk/>
          <pc:sldMk cId="2144779547" sldId="258"/>
        </pc:sldMkLst>
        <pc:spChg chg="mod">
          <ac:chgData name="Aaryan Deshpande 18" userId="1b37b3baad9fbe1b" providerId="LiveId" clId="{5A476383-B1F1-4B51-A00F-7FF99BCB4BF9}" dt="2025-04-16T06:58:23.563" v="321" actId="20577"/>
          <ac:spMkLst>
            <pc:docMk/>
            <pc:sldMk cId="2144779547" sldId="258"/>
            <ac:spMk id="4" creationId="{D3C37CCE-5C49-6CC7-6B13-F6A7EDC79F72}"/>
          </ac:spMkLst>
        </pc:spChg>
      </pc:sldChg>
      <pc:sldChg chg="modSp mod">
        <pc:chgData name="Aaryan Deshpande 18" userId="1b37b3baad9fbe1b" providerId="LiveId" clId="{5A476383-B1F1-4B51-A00F-7FF99BCB4BF9}" dt="2025-04-16T06:20:20.983" v="208" actId="27636"/>
        <pc:sldMkLst>
          <pc:docMk/>
          <pc:sldMk cId="2286900060" sldId="260"/>
        </pc:sldMkLst>
        <pc:spChg chg="mod">
          <ac:chgData name="Aaryan Deshpande 18" userId="1b37b3baad9fbe1b" providerId="LiveId" clId="{5A476383-B1F1-4B51-A00F-7FF99BCB4BF9}" dt="2025-04-16T06:15:02.403" v="116" actId="21"/>
          <ac:spMkLst>
            <pc:docMk/>
            <pc:sldMk cId="2286900060" sldId="260"/>
            <ac:spMk id="2" creationId="{C2475FF4-1CE1-C915-9565-B3FD952CBFD5}"/>
          </ac:spMkLst>
        </pc:spChg>
        <pc:spChg chg="mod">
          <ac:chgData name="Aaryan Deshpande 18" userId="1b37b3baad9fbe1b" providerId="LiveId" clId="{5A476383-B1F1-4B51-A00F-7FF99BCB4BF9}" dt="2025-04-16T06:20:20.983" v="208" actId="27636"/>
          <ac:spMkLst>
            <pc:docMk/>
            <pc:sldMk cId="2286900060" sldId="260"/>
            <ac:spMk id="3" creationId="{CAF96713-95E2-F183-C6BC-0F59FF598444}"/>
          </ac:spMkLst>
        </pc:spChg>
      </pc:sldChg>
      <pc:sldChg chg="modSp mod">
        <pc:chgData name="Aaryan Deshpande 18" userId="1b37b3baad9fbe1b" providerId="LiveId" clId="{5A476383-B1F1-4B51-A00F-7FF99BCB4BF9}" dt="2025-04-16T06:20:51.168" v="211" actId="20577"/>
        <pc:sldMkLst>
          <pc:docMk/>
          <pc:sldMk cId="1733931777" sldId="261"/>
        </pc:sldMkLst>
        <pc:spChg chg="mod">
          <ac:chgData name="Aaryan Deshpande 18" userId="1b37b3baad9fbe1b" providerId="LiveId" clId="{5A476383-B1F1-4B51-A00F-7FF99BCB4BF9}" dt="2025-04-16T06:20:51.168" v="211" actId="20577"/>
          <ac:spMkLst>
            <pc:docMk/>
            <pc:sldMk cId="1733931777" sldId="261"/>
            <ac:spMk id="4" creationId="{3B044B89-9A4B-219F-D49A-F74C13E0F668}"/>
          </ac:spMkLst>
        </pc:spChg>
      </pc:sldChg>
      <pc:sldChg chg="modSp mod">
        <pc:chgData name="Aaryan Deshpande 18" userId="1b37b3baad9fbe1b" providerId="LiveId" clId="{5A476383-B1F1-4B51-A00F-7FF99BCB4BF9}" dt="2025-04-16T06:19:50.205" v="206" actId="27636"/>
        <pc:sldMkLst>
          <pc:docMk/>
          <pc:sldMk cId="781515786" sldId="262"/>
        </pc:sldMkLst>
        <pc:spChg chg="mod">
          <ac:chgData name="Aaryan Deshpande 18" userId="1b37b3baad9fbe1b" providerId="LiveId" clId="{5A476383-B1F1-4B51-A00F-7FF99BCB4BF9}" dt="2025-04-16T06:19:50.205" v="206" actId="27636"/>
          <ac:spMkLst>
            <pc:docMk/>
            <pc:sldMk cId="781515786" sldId="262"/>
            <ac:spMk id="3" creationId="{2938C52C-D656-D8E6-8ADB-5A61EA113824}"/>
          </ac:spMkLst>
        </pc:spChg>
      </pc:sldChg>
      <pc:sldChg chg="modSp mod">
        <pc:chgData name="Aaryan Deshpande 18" userId="1b37b3baad9fbe1b" providerId="LiveId" clId="{5A476383-B1F1-4B51-A00F-7FF99BCB4BF9}" dt="2025-04-16T06:21:11.919" v="214" actId="20577"/>
        <pc:sldMkLst>
          <pc:docMk/>
          <pc:sldMk cId="1145790976" sldId="263"/>
        </pc:sldMkLst>
        <pc:spChg chg="mod">
          <ac:chgData name="Aaryan Deshpande 18" userId="1b37b3baad9fbe1b" providerId="LiveId" clId="{5A476383-B1F1-4B51-A00F-7FF99BCB4BF9}" dt="2025-04-16T06:21:11.919" v="214" actId="20577"/>
          <ac:spMkLst>
            <pc:docMk/>
            <pc:sldMk cId="1145790976" sldId="263"/>
            <ac:spMk id="3" creationId="{8DF88C90-A4C4-7730-0270-216C2662DE91}"/>
          </ac:spMkLst>
        </pc:spChg>
      </pc:sldChg>
      <pc:sldChg chg="addSp delSp modSp mod">
        <pc:chgData name="Aaryan Deshpande 18" userId="1b37b3baad9fbe1b" providerId="LiveId" clId="{5A476383-B1F1-4B51-A00F-7FF99BCB4BF9}" dt="2025-04-16T06:29:35.586" v="317"/>
        <pc:sldMkLst>
          <pc:docMk/>
          <pc:sldMk cId="3443201425" sldId="264"/>
        </pc:sldMkLst>
        <pc:spChg chg="mod">
          <ac:chgData name="Aaryan Deshpande 18" userId="1b37b3baad9fbe1b" providerId="LiveId" clId="{5A476383-B1F1-4B51-A00F-7FF99BCB4BF9}" dt="2025-04-16T06:29:16.717" v="316" actId="1076"/>
          <ac:spMkLst>
            <pc:docMk/>
            <pc:sldMk cId="3443201425" sldId="264"/>
            <ac:spMk id="2" creationId="{B6AB38EB-AFBD-7502-5A1F-F3A689B27702}"/>
          </ac:spMkLst>
        </pc:spChg>
        <pc:spChg chg="add mod">
          <ac:chgData name="Aaryan Deshpande 18" userId="1b37b3baad9fbe1b" providerId="LiveId" clId="{5A476383-B1F1-4B51-A00F-7FF99BCB4BF9}" dt="2025-04-16T06:29:35.586" v="317"/>
          <ac:spMkLst>
            <pc:docMk/>
            <pc:sldMk cId="3443201425" sldId="264"/>
            <ac:spMk id="3" creationId="{D11EEBA0-DC34-D7A1-495D-7DB412B26355}"/>
          </ac:spMkLst>
        </pc:spChg>
        <pc:spChg chg="del mod">
          <ac:chgData name="Aaryan Deshpande 18" userId="1b37b3baad9fbe1b" providerId="LiveId" clId="{5A476383-B1F1-4B51-A00F-7FF99BCB4BF9}" dt="2025-04-16T06:29:35.586" v="317"/>
          <ac:spMkLst>
            <pc:docMk/>
            <pc:sldMk cId="3443201425" sldId="264"/>
            <ac:spMk id="4" creationId="{E7E901C1-AFB9-8A91-8C92-ED9E72800BB6}"/>
          </ac:spMkLst>
        </pc:spChg>
      </pc:sldChg>
      <pc:sldChg chg="delSp modSp mod">
        <pc:chgData name="Aaryan Deshpande 18" userId="1b37b3baad9fbe1b" providerId="LiveId" clId="{5A476383-B1F1-4B51-A00F-7FF99BCB4BF9}" dt="2025-04-16T06:59:01.365" v="326" actId="478"/>
        <pc:sldMkLst>
          <pc:docMk/>
          <pc:sldMk cId="2127133781" sldId="269"/>
        </pc:sldMkLst>
        <pc:spChg chg="mod">
          <ac:chgData name="Aaryan Deshpande 18" userId="1b37b3baad9fbe1b" providerId="LiveId" clId="{5A476383-B1F1-4B51-A00F-7FF99BCB4BF9}" dt="2025-04-13T13:15:47.823" v="65" actId="20577"/>
          <ac:spMkLst>
            <pc:docMk/>
            <pc:sldMk cId="2127133781" sldId="269"/>
            <ac:spMk id="2" creationId="{C08563B4-1E70-74F0-2927-B9403A6151C3}"/>
          </ac:spMkLst>
        </pc:spChg>
        <pc:picChg chg="del">
          <ac:chgData name="Aaryan Deshpande 18" userId="1b37b3baad9fbe1b" providerId="LiveId" clId="{5A476383-B1F1-4B51-A00F-7FF99BCB4BF9}" dt="2025-04-16T06:59:01.365" v="326" actId="478"/>
          <ac:picMkLst>
            <pc:docMk/>
            <pc:sldMk cId="2127133781" sldId="269"/>
            <ac:picMk id="4" creationId="{98A9F9E8-FBE6-BA04-F916-A8216159F542}"/>
          </ac:picMkLst>
        </pc:picChg>
      </pc:sldChg>
      <pc:sldChg chg="delSp modSp mod">
        <pc:chgData name="Aaryan Deshpande 18" userId="1b37b3baad9fbe1b" providerId="LiveId" clId="{5A476383-B1F1-4B51-A00F-7FF99BCB4BF9}" dt="2025-04-16T06:58:59.159" v="325" actId="478"/>
        <pc:sldMkLst>
          <pc:docMk/>
          <pc:sldMk cId="3290706608" sldId="270"/>
        </pc:sldMkLst>
        <pc:spChg chg="mod">
          <ac:chgData name="Aaryan Deshpande 18" userId="1b37b3baad9fbe1b" providerId="LiveId" clId="{5A476383-B1F1-4B51-A00F-7FF99BCB4BF9}" dt="2025-04-13T13:15:54.101" v="67" actId="20577"/>
          <ac:spMkLst>
            <pc:docMk/>
            <pc:sldMk cId="3290706608" sldId="270"/>
            <ac:spMk id="2" creationId="{A9D6551F-917F-EECD-C48F-2715DE097B0E}"/>
          </ac:spMkLst>
        </pc:spChg>
        <pc:picChg chg="del">
          <ac:chgData name="Aaryan Deshpande 18" userId="1b37b3baad9fbe1b" providerId="LiveId" clId="{5A476383-B1F1-4B51-A00F-7FF99BCB4BF9}" dt="2025-04-16T06:58:59.159" v="325" actId="478"/>
          <ac:picMkLst>
            <pc:docMk/>
            <pc:sldMk cId="3290706608" sldId="270"/>
            <ac:picMk id="4" creationId="{A7D489E1-5F16-F42D-9538-47F7679112F3}"/>
          </ac:picMkLst>
        </pc:picChg>
      </pc:sldChg>
      <pc:sldChg chg="delSp modSp mod">
        <pc:chgData name="Aaryan Deshpande 18" userId="1b37b3baad9fbe1b" providerId="LiveId" clId="{5A476383-B1F1-4B51-A00F-7FF99BCB4BF9}" dt="2025-04-16T06:58:56.863" v="324" actId="478"/>
        <pc:sldMkLst>
          <pc:docMk/>
          <pc:sldMk cId="750388564" sldId="271"/>
        </pc:sldMkLst>
        <pc:spChg chg="mod">
          <ac:chgData name="Aaryan Deshpande 18" userId="1b37b3baad9fbe1b" providerId="LiveId" clId="{5A476383-B1F1-4B51-A00F-7FF99BCB4BF9}" dt="2025-04-13T13:16:14.216" v="71" actId="20577"/>
          <ac:spMkLst>
            <pc:docMk/>
            <pc:sldMk cId="750388564" sldId="271"/>
            <ac:spMk id="2" creationId="{94FF2C2E-197E-2BDB-9F83-5BCCEEB69F36}"/>
          </ac:spMkLst>
        </pc:spChg>
        <pc:picChg chg="del">
          <ac:chgData name="Aaryan Deshpande 18" userId="1b37b3baad9fbe1b" providerId="LiveId" clId="{5A476383-B1F1-4B51-A00F-7FF99BCB4BF9}" dt="2025-04-16T06:58:56.863" v="324" actId="478"/>
          <ac:picMkLst>
            <pc:docMk/>
            <pc:sldMk cId="750388564" sldId="271"/>
            <ac:picMk id="4" creationId="{2DA19CC3-A07A-E052-18E1-4A801A860CB1}"/>
          </ac:picMkLst>
        </pc:picChg>
      </pc:sldChg>
      <pc:sldChg chg="delSp modSp mod">
        <pc:chgData name="Aaryan Deshpande 18" userId="1b37b3baad9fbe1b" providerId="LiveId" clId="{5A476383-B1F1-4B51-A00F-7FF99BCB4BF9}" dt="2025-04-16T06:58:54.875" v="323" actId="478"/>
        <pc:sldMkLst>
          <pc:docMk/>
          <pc:sldMk cId="876998196" sldId="272"/>
        </pc:sldMkLst>
        <pc:spChg chg="mod">
          <ac:chgData name="Aaryan Deshpande 18" userId="1b37b3baad9fbe1b" providerId="LiveId" clId="{5A476383-B1F1-4B51-A00F-7FF99BCB4BF9}" dt="2025-04-16T06:38:53.389" v="318" actId="1076"/>
          <ac:spMkLst>
            <pc:docMk/>
            <pc:sldMk cId="876998196" sldId="272"/>
            <ac:spMk id="2" creationId="{BB74CD26-4E27-F0D7-1A84-041188D72373}"/>
          </ac:spMkLst>
        </pc:spChg>
        <pc:picChg chg="del">
          <ac:chgData name="Aaryan Deshpande 18" userId="1b37b3baad9fbe1b" providerId="LiveId" clId="{5A476383-B1F1-4B51-A00F-7FF99BCB4BF9}" dt="2025-04-16T06:58:54.875" v="323" actId="478"/>
          <ac:picMkLst>
            <pc:docMk/>
            <pc:sldMk cId="876998196" sldId="272"/>
            <ac:picMk id="4" creationId="{5350233F-A8BC-6E00-13C8-DA13CA2A202B}"/>
          </ac:picMkLst>
        </pc:picChg>
      </pc:sldChg>
      <pc:sldChg chg="delSp modSp mod">
        <pc:chgData name="Aaryan Deshpande 18" userId="1b37b3baad9fbe1b" providerId="LiveId" clId="{5A476383-B1F1-4B51-A00F-7FF99BCB4BF9}" dt="2025-04-16T06:58:49.174" v="322" actId="478"/>
        <pc:sldMkLst>
          <pc:docMk/>
          <pc:sldMk cId="1806646514" sldId="273"/>
        </pc:sldMkLst>
        <pc:spChg chg="mod">
          <ac:chgData name="Aaryan Deshpande 18" userId="1b37b3baad9fbe1b" providerId="LiveId" clId="{5A476383-B1F1-4B51-A00F-7FF99BCB4BF9}" dt="2025-04-13T13:16:24.162" v="75" actId="20577"/>
          <ac:spMkLst>
            <pc:docMk/>
            <pc:sldMk cId="1806646514" sldId="273"/>
            <ac:spMk id="2" creationId="{87607040-88BF-B34D-2E58-CBCED5DB0314}"/>
          </ac:spMkLst>
        </pc:spChg>
        <pc:picChg chg="del">
          <ac:chgData name="Aaryan Deshpande 18" userId="1b37b3baad9fbe1b" providerId="LiveId" clId="{5A476383-B1F1-4B51-A00F-7FF99BCB4BF9}" dt="2025-04-16T06:58:49.174" v="322" actId="478"/>
          <ac:picMkLst>
            <pc:docMk/>
            <pc:sldMk cId="1806646514" sldId="273"/>
            <ac:picMk id="4" creationId="{B95F53A3-9D71-9DD9-9C5A-119C01BF5663}"/>
          </ac:picMkLst>
        </pc:picChg>
      </pc:sldChg>
      <pc:sldChg chg="addSp delSp modSp mod ord">
        <pc:chgData name="Aaryan Deshpande 18" userId="1b37b3baad9fbe1b" providerId="LiveId" clId="{5A476383-B1F1-4B51-A00F-7FF99BCB4BF9}" dt="2025-04-16T06:59:05.560" v="327" actId="478"/>
        <pc:sldMkLst>
          <pc:docMk/>
          <pc:sldMk cId="1594315748" sldId="274"/>
        </pc:sldMkLst>
        <pc:spChg chg="mod">
          <ac:chgData name="Aaryan Deshpande 18" userId="1b37b3baad9fbe1b" providerId="LiveId" clId="{5A476383-B1F1-4B51-A00F-7FF99BCB4BF9}" dt="2025-04-13T13:15:27.883" v="62" actId="20577"/>
          <ac:spMkLst>
            <pc:docMk/>
            <pc:sldMk cId="1594315748" sldId="274"/>
            <ac:spMk id="2" creationId="{5CB2274E-D449-FF4E-7D90-A4CA86558CBE}"/>
          </ac:spMkLst>
        </pc:spChg>
        <pc:picChg chg="del">
          <ac:chgData name="Aaryan Deshpande 18" userId="1b37b3baad9fbe1b" providerId="LiveId" clId="{5A476383-B1F1-4B51-A00F-7FF99BCB4BF9}" dt="2025-04-16T06:59:05.560" v="327" actId="478"/>
          <ac:picMkLst>
            <pc:docMk/>
            <pc:sldMk cId="1594315748" sldId="274"/>
            <ac:picMk id="5" creationId="{98CBF4A4-B90A-F82F-706B-9AD6E562878A}"/>
          </ac:picMkLst>
        </pc:picChg>
      </pc:sldChg>
      <pc:sldChg chg="modSp new mod">
        <pc:chgData name="Aaryan Deshpande 18" userId="1b37b3baad9fbe1b" providerId="LiveId" clId="{5A476383-B1F1-4B51-A00F-7FF99BCB4BF9}" dt="2025-04-13T13:17:46.910" v="106" actId="20577"/>
        <pc:sldMkLst>
          <pc:docMk/>
          <pc:sldMk cId="720276187" sldId="275"/>
        </pc:sldMkLst>
        <pc:spChg chg="mod">
          <ac:chgData name="Aaryan Deshpande 18" userId="1b37b3baad9fbe1b" providerId="LiveId" clId="{5A476383-B1F1-4B51-A00F-7FF99BCB4BF9}" dt="2025-04-13T13:17:46.910" v="106" actId="20577"/>
          <ac:spMkLst>
            <pc:docMk/>
            <pc:sldMk cId="720276187" sldId="275"/>
            <ac:spMk id="2" creationId="{4F50F257-5BA6-C271-56B9-575F80EE9BE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AFDEE-81C6-BD04-3EA0-8118B1E2D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9783" y="218781"/>
            <a:ext cx="6574407" cy="1097956"/>
          </a:xfrm>
        </p:spPr>
        <p:txBody>
          <a:bodyPr/>
          <a:lstStyle/>
          <a:p>
            <a:pPr algn="ctr"/>
            <a:r>
              <a:rPr lang="en-US" dirty="0"/>
              <a:t>JOBHOOK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7319B3-C733-26F6-6E8E-69B5773C1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7" y="2770632"/>
            <a:ext cx="6987645" cy="261416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By –</a:t>
            </a:r>
          </a:p>
          <a:p>
            <a:r>
              <a:rPr lang="en-US" dirty="0"/>
              <a:t>Jeril Jhonson </a:t>
            </a:r>
          </a:p>
          <a:p>
            <a:r>
              <a:rPr lang="en-US" b="1" dirty="0"/>
              <a:t>Roll Number</a:t>
            </a:r>
            <a:r>
              <a:rPr lang="en-US" dirty="0"/>
              <a:t>: 64</a:t>
            </a:r>
            <a:br>
              <a:rPr lang="en-US" dirty="0"/>
            </a:br>
            <a:r>
              <a:rPr lang="en-US" b="1" dirty="0"/>
              <a:t>Contact Number</a:t>
            </a:r>
            <a:r>
              <a:rPr lang="en-US" dirty="0"/>
              <a:t>: 740010466</a:t>
            </a:r>
            <a:br>
              <a:rPr lang="en-US" dirty="0"/>
            </a:br>
            <a:r>
              <a:rPr lang="en-US" b="1" dirty="0"/>
              <a:t>Email</a:t>
            </a:r>
            <a:r>
              <a:rPr lang="en-US" dirty="0"/>
              <a:t>: jariljohnson136@gmail.com</a:t>
            </a:r>
          </a:p>
          <a:p>
            <a:r>
              <a:rPr lang="en-US" dirty="0"/>
              <a:t>and </a:t>
            </a:r>
          </a:p>
          <a:p>
            <a:r>
              <a:rPr lang="en-US" dirty="0"/>
              <a:t>Aaryan Deshpande</a:t>
            </a:r>
          </a:p>
          <a:p>
            <a:r>
              <a:rPr lang="en-US" b="1" dirty="0"/>
              <a:t>Roll Number</a:t>
            </a:r>
            <a:r>
              <a:rPr lang="en-US" dirty="0"/>
              <a:t>: 18</a:t>
            </a:r>
            <a:br>
              <a:rPr lang="en-US" dirty="0"/>
            </a:br>
            <a:r>
              <a:rPr lang="en-US" b="1" dirty="0"/>
              <a:t>Contact Number</a:t>
            </a:r>
            <a:r>
              <a:rPr lang="en-US" dirty="0"/>
              <a:t>: 9819593324</a:t>
            </a:r>
            <a:br>
              <a:rPr lang="en-US" dirty="0"/>
            </a:br>
            <a:r>
              <a:rPr lang="en-US" b="1" dirty="0"/>
              <a:t>Email</a:t>
            </a:r>
            <a:r>
              <a:rPr lang="en-US" dirty="0"/>
              <a:t>: Aaryandeshpande2@gmail.com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45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7E7A1-04DE-42A3-0456-B4A3817A9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77240"/>
          </a:xfrm>
        </p:spPr>
        <p:txBody>
          <a:bodyPr/>
          <a:lstStyle/>
          <a:p>
            <a:pPr algn="l"/>
            <a:r>
              <a:rPr lang="en-IN" b="1" dirty="0"/>
              <a:t>Existing System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50AC2-CAA4-068B-B654-D6A1C6D0E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63625"/>
            <a:ext cx="10018713" cy="422757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Current job application methods are scattered across multiple platforms, lacking centralized control, customization, and communication features. Existing portals often have: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Poor user interface and navigation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Lack of real-time resume building and modification.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Inadequate profile visibility and matching algorithms.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Manual communication and hiring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resume optimization or live updates.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Limited customization options for both job seekers and employers.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4831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98D9F-8402-5616-82F2-E85B55F2A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015" y="1252729"/>
            <a:ext cx="10018713" cy="585215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Drawbacks of the Existing System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C37CCE-5C49-6CC7-6B13-F6A7EDC79F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3" y="2531040"/>
            <a:ext cx="1031295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Time-consuming job application process..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tracking multiple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Inconsistent communication between employer and candidate.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smart matching features based on profile skills.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Employers struggle to filter and find ideal candidates efficiently.</a:t>
            </a:r>
          </a:p>
        </p:txBody>
      </p:sp>
    </p:spTree>
    <p:extLst>
      <p:ext uri="{BB962C8B-B14F-4D97-AF65-F5344CB8AC3E}">
        <p14:creationId xmlns:p14="http://schemas.microsoft.com/office/powerpoint/2010/main" val="2144779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5FF4-1CE1-C915-9565-B3FD952CB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87552"/>
          </a:xfrm>
        </p:spPr>
        <p:txBody>
          <a:bodyPr/>
          <a:lstStyle/>
          <a:p>
            <a:pPr algn="l"/>
            <a:r>
              <a:rPr lang="en-IN" b="1" dirty="0"/>
              <a:t>Proposed System – JOBHOOK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96713-95E2-F183-C6BC-0F59FF598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81329"/>
            <a:ext cx="10018713" cy="43098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JOBHOOK</a:t>
            </a:r>
            <a:r>
              <a:rPr lang="en-US" dirty="0"/>
              <a:t> is an integrated job portal platform designed for both job seekers and employers. It includes profile creation, resume builder, job posting, resume screening, application tracking, and candidate hiring. The system emphasizes: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intelligent matching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user-friendly and responsive design.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resume creation and editing.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Secure communication between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Employer dashboards for job and applicant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6900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8E03-DA7D-2A9E-646E-AA0444C4B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161288"/>
          </a:xfrm>
        </p:spPr>
        <p:txBody>
          <a:bodyPr/>
          <a:lstStyle/>
          <a:p>
            <a:pPr algn="l"/>
            <a:r>
              <a:rPr lang="en-US" b="1" dirty="0"/>
              <a:t>Needs of the Proposed System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044B89-9A4B-219F-D49A-F74C13E0F6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6257" y="2521058"/>
            <a:ext cx="982833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Simplify the job application and hiring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unified platform for both applicants and recruiters.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on-the-fly resume editing and customization..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security, privacy, and user data protection.</a:t>
            </a:r>
          </a:p>
        </p:txBody>
      </p:sp>
    </p:spTree>
    <p:extLst>
      <p:ext uri="{BB962C8B-B14F-4D97-AF65-F5344CB8AC3E}">
        <p14:creationId xmlns:p14="http://schemas.microsoft.com/office/powerpoint/2010/main" val="1733931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D368-27DF-4468-F520-E1D214905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015" y="0"/>
            <a:ext cx="10018713" cy="768096"/>
          </a:xfrm>
        </p:spPr>
        <p:txBody>
          <a:bodyPr/>
          <a:lstStyle/>
          <a:p>
            <a:pPr algn="l"/>
            <a:r>
              <a:rPr lang="en-US" b="1" dirty="0"/>
              <a:t>Scope of the Proposed System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8C52C-D656-D8E6-8ADB-5A61EA113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594360"/>
            <a:ext cx="10018713" cy="5196841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Job Seeker Module: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Profile registration and verification.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Search and apply for jobs.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Notifications for job openings and application status.</a:t>
            </a:r>
          </a:p>
          <a:p>
            <a:pPr>
              <a:buNone/>
            </a:pPr>
            <a:r>
              <a:rPr lang="en-US" b="1" dirty="0"/>
              <a:t>Employer Module: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Employer registration and job posting.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search and filtering.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Interview scheduling and communication.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Application status management.</a:t>
            </a:r>
          </a:p>
          <a:p>
            <a:pPr>
              <a:buNone/>
            </a:pPr>
            <a:r>
              <a:rPr lang="en-US" b="1" dirty="0"/>
              <a:t>Admin Module: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Approve/reject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 job posts.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 reports on portal activity</a:t>
            </a:r>
          </a:p>
        </p:txBody>
      </p:sp>
    </p:spTree>
    <p:extLst>
      <p:ext uri="{BB962C8B-B14F-4D97-AF65-F5344CB8AC3E}">
        <p14:creationId xmlns:p14="http://schemas.microsoft.com/office/powerpoint/2010/main" val="781515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6EFBF-8541-3DF0-0E11-A6040F7A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804672"/>
          </a:xfrm>
        </p:spPr>
        <p:txBody>
          <a:bodyPr/>
          <a:lstStyle/>
          <a:p>
            <a:pPr algn="l"/>
            <a:r>
              <a:rPr lang="en-US" b="1" dirty="0"/>
              <a:t>Objectives of the Proposed System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88C90-A4C4-7730-0270-216C2662D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941833"/>
            <a:ext cx="10018713" cy="484936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Offer a comprehensive job portal for both applicants and employers.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Streamline resume building with real-time editing.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 employers to filter, shortlist, and communicate with candidates.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a secure and responsive platform accessible across devices..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5790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B38EB-AFBD-7502-5A1F-F3A689B27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37745"/>
            <a:ext cx="10018713" cy="923544"/>
          </a:xfrm>
        </p:spPr>
        <p:txBody>
          <a:bodyPr/>
          <a:lstStyle/>
          <a:p>
            <a:pPr algn="l"/>
            <a:r>
              <a:rPr lang="en-IN" b="1" dirty="0"/>
              <a:t>Key Features</a:t>
            </a:r>
            <a:r>
              <a:rPr lang="en-IN" dirty="0"/>
              <a:t>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11EEBA0-DC34-D7A1-495D-7DB412B263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7438" y="3013075"/>
            <a:ext cx="81026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Registration and Login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 accounts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seekers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login with email/password or social login options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Posting and Management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Employers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 job vacancies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edit or delete listings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 to add job details like title, description, location, salary, and required qualifications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Search and Filters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seekers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for jobs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keywords, location, category, company, or salary range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filters to narrow down search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Upload and Profile Creation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seekers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resumes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fill out professional profiles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Profile includes skills, experience, education, and preferences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Tracking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seekers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for jobs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track their application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Employers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applicants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shortlist candidates, and manage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201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87BF2-782C-31A1-B3E4-A51FEE2FC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Expected GUI Screens: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A4450-4390-0F37-2660-08A992C51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Home Screen</a:t>
            </a:r>
            <a:r>
              <a:rPr lang="en-US" dirty="0"/>
              <a:t>: Options to Register/Login as Employer or Job Seeker.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User Dashboard</a:t>
            </a:r>
            <a:r>
              <a:rPr lang="en-US" dirty="0"/>
              <a:t>: Resume builder, job listings, and application history.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Employer Dashboard</a:t>
            </a:r>
            <a:r>
              <a:rPr lang="en-US" dirty="0"/>
              <a:t>: Job posting form, applicant list, filtering options.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Profile Editor</a:t>
            </a:r>
            <a:r>
              <a:rPr lang="en-US" dirty="0"/>
              <a:t>: Resume builder interface with live preview and export.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Admin Panel</a:t>
            </a:r>
            <a:r>
              <a:rPr lang="en-US" dirty="0"/>
              <a:t>: Overview of all users, job postings, and reports.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9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FF855-86CC-5B6D-C871-C81E662D0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82881"/>
            <a:ext cx="10018713" cy="63093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Technology Description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83054-81C9-1823-1056-C88D694F2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94460"/>
            <a:ext cx="10018713" cy="2459735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Front End</a:t>
            </a:r>
            <a:r>
              <a:rPr lang="en-IN" dirty="0"/>
              <a:t>: react,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Back End</a:t>
            </a:r>
            <a:r>
              <a:rPr lang="en-IN" dirty="0"/>
              <a:t>: JAVA , Springboot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Database</a:t>
            </a:r>
            <a:r>
              <a:rPr lang="en-IN" dirty="0"/>
              <a:t>: mongoDB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IDE</a:t>
            </a:r>
            <a:r>
              <a:rPr lang="en-IN" dirty="0"/>
              <a:t>: Visual Studio Code,Eclipse,compass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Language</a:t>
            </a:r>
            <a:r>
              <a:rPr lang="en-IN" dirty="0"/>
              <a:t>: Java (JDK 17+)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4940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3F240-EC79-25AD-A030-292DF8CD5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82297"/>
            <a:ext cx="10018713" cy="984504"/>
          </a:xfrm>
        </p:spPr>
        <p:txBody>
          <a:bodyPr/>
          <a:lstStyle/>
          <a:p>
            <a:pPr algn="l"/>
            <a:r>
              <a:rPr lang="en-IN" b="1" dirty="0"/>
              <a:t>Hardware &amp; Software Requirements</a:t>
            </a:r>
            <a:r>
              <a:rPr lang="en-IN" dirty="0"/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B78F31-AD48-284A-0415-F3B8E26B3E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86649" y="1066801"/>
            <a:ext cx="361829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Dual-core processor or higher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4GB RAM minimum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20GB free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OS: Windows 10 or above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Development Kit (JDK 17+)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Studio Code , Eclipse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Spring Boot with compass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628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26EAC-F1F1-9E04-62CD-CF87D185A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295" y="201169"/>
            <a:ext cx="10018713" cy="1179576"/>
          </a:xfrm>
        </p:spPr>
        <p:txBody>
          <a:bodyPr/>
          <a:lstStyle/>
          <a:p>
            <a:pPr algn="l"/>
            <a:r>
              <a:rPr lang="en-US" dirty="0"/>
              <a:t>1)Activity diagram Employer perspective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F9FBBA-D2A5-539D-6EC2-4EFAAAFEC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640" y="1252728"/>
            <a:ext cx="3841775" cy="540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328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2274E-D449-FF4E-7D90-A4CA8655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8272337" cy="101498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2)Activity Diagram</a:t>
            </a:r>
            <a:br>
              <a:rPr lang="en-US" dirty="0"/>
            </a:br>
            <a:r>
              <a:rPr lang="en-US" dirty="0"/>
              <a:t> employee </a:t>
            </a:r>
            <a:br>
              <a:rPr lang="en-US" dirty="0"/>
            </a:br>
            <a:r>
              <a:rPr lang="en-US" dirty="0"/>
              <a:t>perspective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B8857E-F6D0-9819-70AD-8349D0286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760" y="-146304"/>
            <a:ext cx="38417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315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563B4-1E70-74F0-2927-B9403A61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01169"/>
            <a:ext cx="10018713" cy="758952"/>
          </a:xfrm>
        </p:spPr>
        <p:txBody>
          <a:bodyPr/>
          <a:lstStyle/>
          <a:p>
            <a:pPr algn="l"/>
            <a:r>
              <a:rPr lang="en-US" dirty="0"/>
              <a:t>3) Deployment diagram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6273FD-12DF-0DE6-88D5-58E76DA17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1" y="1152525"/>
            <a:ext cx="7185890" cy="57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133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551F-917F-EECD-C48F-2715DE097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005839"/>
          </a:xfrm>
        </p:spPr>
        <p:txBody>
          <a:bodyPr/>
          <a:lstStyle/>
          <a:p>
            <a:pPr algn="l"/>
            <a:r>
              <a:rPr lang="en-US" dirty="0"/>
              <a:t>4 Sequence diagram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DA47EA-C853-C69A-2F89-762C45B06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522" y="923636"/>
            <a:ext cx="9140956" cy="593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06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F2C2E-197E-2BDB-9F83-5BCCEEB69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09729"/>
            <a:ext cx="10018713" cy="1115568"/>
          </a:xfrm>
        </p:spPr>
        <p:txBody>
          <a:bodyPr/>
          <a:lstStyle/>
          <a:p>
            <a:pPr algn="l"/>
            <a:r>
              <a:rPr lang="en-US" dirty="0"/>
              <a:t>5) Class diagram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C4B9A7-8597-22DC-AC71-8415F0A8E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729"/>
            <a:ext cx="5781776" cy="640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88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4CD26-4E27-F0D7-1A84-041188D72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599" y="182881"/>
            <a:ext cx="10018713" cy="777240"/>
          </a:xfrm>
        </p:spPr>
        <p:txBody>
          <a:bodyPr/>
          <a:lstStyle/>
          <a:p>
            <a:pPr algn="l"/>
            <a:r>
              <a:rPr lang="en-US" dirty="0"/>
              <a:t>6)Use case diagram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B6848-5487-9C1E-3C9E-DFA9FED6E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762" y="565264"/>
            <a:ext cx="3549457" cy="610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998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0F257-5BA6-C271-56B9-575F80EE9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275" y="2117436"/>
            <a:ext cx="10018713" cy="1752599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THANK YOU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276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150</TotalTime>
  <Words>703</Words>
  <Application>Microsoft Office PowerPoint</Application>
  <PresentationFormat>Widescreen</PresentationFormat>
  <Paragraphs>98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Algerian</vt:lpstr>
      <vt:lpstr>Arial</vt:lpstr>
      <vt:lpstr>Corbel</vt:lpstr>
      <vt:lpstr>Parallax</vt:lpstr>
      <vt:lpstr>JOBHOOK</vt:lpstr>
      <vt:lpstr>Existing System:</vt:lpstr>
      <vt:lpstr>Drawbacks of the Existing System:</vt:lpstr>
      <vt:lpstr>Proposed System – JOBHOOK:</vt:lpstr>
      <vt:lpstr>Needs of the Proposed System:</vt:lpstr>
      <vt:lpstr>Scope of the Proposed System:</vt:lpstr>
      <vt:lpstr>Objectives of the Proposed System:</vt:lpstr>
      <vt:lpstr>Key Features:</vt:lpstr>
      <vt:lpstr>Expected GUI Screens: </vt:lpstr>
      <vt:lpstr>Technology Description:</vt:lpstr>
      <vt:lpstr>Hardware &amp; Software Requirements:</vt:lpstr>
      <vt:lpstr>1)Activity diagram Employer perspective</vt:lpstr>
      <vt:lpstr>2)Activity Diagram  employee  perspective </vt:lpstr>
      <vt:lpstr>3) Deployment diagram </vt:lpstr>
      <vt:lpstr>4 Sequence diagram </vt:lpstr>
      <vt:lpstr>5) Class diagram </vt:lpstr>
      <vt:lpstr>6)Use case diagram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Aaryan Deshpande 18</dc:creator>
  <cp:lastModifiedBy>Aaryan Deshpande 18</cp:lastModifiedBy>
  <cp:revision>3</cp:revision>
  <dcterms:created xsi:type="dcterms:W3CDTF">2025-04-13T11:33:05Z</dcterms:created>
  <dcterms:modified xsi:type="dcterms:W3CDTF">2025-04-18T14:53:55Z</dcterms:modified>
</cp:coreProperties>
</file>